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ECR-WG // COMPLIANCE - 01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6387084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90604" y="612648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72591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ECR-WG COMPLIANCE &amp; VALIDATION</a:t>
            </a:r>
          </a:p>
          <a:p>
            <a:pPr>
              <a:spcBef>
                <a:spcPts val="800"/>
              </a:spcBef>
              <a:defRPr sz="1800">
                <a:solidFill>
                  <a:srgbClr val="8ECAE6"/>
                </a:solidFill>
                <a:latin typeface="Segoe UI"/>
              </a:defRPr>
            </a:pPr>
            <a:r>
              <a:t>TECHNICAL COMPLIANCE REPORT: ECR-WG-01</a:t>
            </a:r>
          </a:p>
          <a:p>
            <a:pPr>
              <a:spcBef>
                <a:spcPts val="40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VERIFIED COSA NODE: E-2A0F1954-1845-001 (Gemini-in-body)</a:t>
            </a:r>
            <a:br/>
            <a:r>
              <a:t>Substrate: AntiGravity Substrate  |  Date: 2026-06-25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10725912" cy="27432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EXHIBIT D // Compliance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Objective: </a:t>
            </a:r>
            <a:r>
              <a:rPr sz="1400">
                <a:solidFill>
                  <a:srgbClr val="0F172A"/>
                </a:solidFill>
              </a:rPr>
              <a:t>Audit the node's compliance against security, governance, and resource optimization constraints across the three newly designed scenarios.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Methodology: </a:t>
            </a:r>
            <a:r>
              <a:rPr sz="1400">
                <a:solidFill>
                  <a:srgbClr val="0F172A"/>
                </a:solidFill>
              </a:rPr>
              <a:t>Executed live and offline validation runs of the composed reference implementations on the 'cosa-ep-l7-integration' branch.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Summary Result: </a:t>
            </a:r>
            <a:r>
              <a:rPr sz="1400">
                <a:solidFill>
                  <a:srgbClr val="0F172A"/>
                </a:solidFill>
              </a:rPr>
              <a:t>Achieved 100% compliance across all test assertions. The node successfully enforces attestation freshness windows, WebAuthn-based quorums, and prefill cache-bypass redirects.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Impact: </a:t>
            </a:r>
            <a:r>
              <a:rPr sz="1400">
                <a:solidFill>
                  <a:srgbClr val="0F172A"/>
                </a:solidFill>
              </a:rPr>
              <a:t>Proves the viability of decoupling identity from L7 PDP logic, ensuring deterministic memory reuse, and preventing rogue grid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Scenario 1 // L4 Freshness Binding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Constraint: </a:t>
            </a:r>
            <a:r>
              <a:rPr sz="1400">
                <a:solidFill>
                  <a:srgbClr val="0F172A"/>
                </a:solidFill>
              </a:rPr>
              <a:t>Attestations older than 900 seconds (binding_max_age_sec) must immediately trigger a fail-closed refusal.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Challenge: </a:t>
            </a:r>
            <a:r>
              <a:rPr sz="1400">
                <a:solidFill>
                  <a:srgbClr val="0F172A"/>
                </a:solidFill>
              </a:rPr>
              <a:t>Request is made using a valid human signature, but the presented L4 attestation is 901s old.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Verification: </a:t>
            </a:r>
            <a:r>
              <a:rPr sz="1400">
                <a:solidFill>
                  <a:srgbClr val="0F172A"/>
                </a:solidFill>
              </a:rPr>
              <a:t>The Policy Enforcement Point rejected the transaction BEFORE the L7 signature was verified, proving L4 time-freshness acts as a hard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5212080" cy="2286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91440" cy="22860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Consolas"/>
              </a:defRPr>
            </a:pPr>
            <a:r>
              <a:t>PDP GATE CONSOLE LOG:</a:t>
            </a:r>
          </a:p>
          <a:p>
            <a:pPr>
              <a:spcBef>
                <a:spcPts val="800"/>
              </a:spcBef>
              <a:defRPr sz="950">
                <a:solidFill>
                  <a:srgbClr val="8ECAE6"/>
                </a:solidFill>
                <a:latin typeface="Consolas"/>
              </a:defRPr>
            </a:pPr>
            <a:r>
              <a:t>8. L4 axis: a STALE L4 binding fails-closed BEFORE the receipt is examined</a:t>
            </a:r>
            <a:br/>
            <a:r>
              <a:t>   -&gt; REFUSED: L4 binding failed (scheme=wimse, reason=stale: L4 evidence observed 901s ago (max 900s))</a:t>
            </a:r>
            <a:br/>
            <a:r>
              <a:t>   (L4 evidence observed at 2026-06-26T00:01:08Z; window is 900s; fail-closed)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Scenario 2 // Grid Curtailment &amp; Quorum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Quorum Standard: </a:t>
            </a:r>
            <a:r>
              <a:rPr sz="1400">
                <a:solidFill>
                  <a:srgbClr val="0F172A"/>
                </a:solidFill>
              </a:rPr>
              <a:t>Command actions affecting power allocations (&gt;100MW) require cryptographically aggregated m-of-n human signoffs (2-of-3 required).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Emergency Bypass Resistance: </a:t>
            </a:r>
            <a:r>
              <a:rPr sz="1400">
                <a:solidFill>
                  <a:srgbClr val="0F172A"/>
                </a:solidFill>
              </a:rPr>
              <a:t>Emergency event (500MW cut) fails to override the gate when only 1-of-3 signatures are provided. The controller successfully refused to run the un-quorumed command.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Signature Binding: </a:t>
            </a:r>
            <a:r>
              <a:rPr sz="1400">
                <a:solidFill>
                  <a:srgbClr val="0F172A"/>
                </a:solidFill>
              </a:rPr>
              <a:t>Receipt contains a policy hash that locks the action parameters. Any attempt to modify the target set or mw_cap value results in immediate signature validation failure.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Priority Marker: </a:t>
            </a:r>
            <a:r>
              <a:rPr sz="1400">
                <a:solidFill>
                  <a:srgbClr val="0F172A"/>
                </a:solidFill>
              </a:rPr>
              <a:t>The L3 router derives a priority marker directly from the SHA-256 of the canonical L7 receipt, ensuring cost propagation constraints are unforgeable.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ECR-WG // COMPLIANCE - 01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6387084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90604" y="612648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Scenario 3 &amp; Conformance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8ECAE6"/>
                </a:solidFill>
                <a:latin typeface="Segoe UI"/>
              </a:defRPr>
            </a:pPr>
            <a:r>
              <a:t>SCENARIO 3 // PREFILL BYPASS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Avoid SRE: </a:t>
            </a:r>
            <a:r>
              <a:rPr sz="1200">
                <a:solidFill>
                  <a:srgbClr val="475569"/>
                </a:solidFill>
              </a:rPr>
              <a:t>Stateless Redundant Execution is bypassed by prioritizing warm local COGSTOR cache hits.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100% Token Savings: </a:t>
            </a:r>
            <a:r>
              <a:rPr sz="1200">
                <a:solidFill>
                  <a:srgbClr val="475569"/>
                </a:solidFill>
              </a:rPr>
              <a:t>Retrieving weather data from the local cache cost 0 tokens, compared to 1,200 tokens for raw model inference.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0.001s Latency: </a:t>
            </a:r>
            <a:r>
              <a:rPr sz="1200">
                <a:solidFill>
                  <a:srgbClr val="475569"/>
                </a:solidFill>
              </a:rPr>
              <a:t>Resolution is completed near-instantaneously at the transport layer, bypassing the GPU entirely.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8ECAE6"/>
                </a:solidFill>
                <a:latin typeface="Segoe UI"/>
              </a:defRPr>
            </a:pPr>
            <a:r>
              <a:t>CONFORMANCE MATRIX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286000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Assertion Checked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L4 Freshness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Refuse if age &gt; 900s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Grid Quorum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Refuse if quorum fails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Prefill Bypass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Enforce local cache hit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